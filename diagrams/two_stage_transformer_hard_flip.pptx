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4655"/>
  </p:normalViewPr>
  <p:slideViewPr>
    <p:cSldViewPr snapToGrid="0" snapToObjects="1">
      <p:cViewPr varScale="1">
        <p:scale>
          <a:sx n="146" d="100"/>
          <a:sy n="146" d="100"/>
        </p:scale>
        <p:origin x="44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975" y="1346634"/>
            <a:ext cx="4093295" cy="2178914"/>
          </a:xfrm>
          <a:prstGeom prst="roundRect">
            <a:avLst>
              <a:gd name="adj" fmla="val 15000"/>
            </a:avLst>
          </a:prstGeom>
          <a:solidFill>
            <a:srgbClr val="CECBF6">
              <a:alpha val="10000"/>
            </a:srgbClr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3406" y="1339368"/>
            <a:ext cx="4023356" cy="1285874"/>
          </a:xfrm>
          <a:prstGeom prst="roundRect">
            <a:avLst>
              <a:gd name="adj" fmla="val 15000"/>
            </a:avLst>
          </a:prstGeom>
          <a:solidFill>
            <a:srgbClr val="9FE1CB">
              <a:alpha val="10000"/>
            </a:srgbClr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4536" y="296238"/>
            <a:ext cx="3657600" cy="594360"/>
          </a:xfrm>
          <a:prstGeom prst="roundRect">
            <a:avLst>
              <a:gd name="adj" fmla="val 30000"/>
            </a:avLst>
          </a:prstGeom>
          <a:solidFill>
            <a:srgbClr val="D3D1C7"/>
          </a:solidFill>
          <a:ln w="1905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444441"/>
                </a:solidFill>
              </a:rPr>
              <a:t>Input tracks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293" y="1620955"/>
            <a:ext cx="3291840" cy="59436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C3489"/>
                </a:solidFill>
              </a:rPr>
              <a:t>Shared encoder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080" y="2635524"/>
            <a:ext cx="2944265" cy="59436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C3489"/>
                </a:solidFill>
              </a:rPr>
              <a:t>Pre-flip jet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3628" y="301941"/>
            <a:ext cx="3657600" cy="594360"/>
          </a:xfrm>
          <a:prstGeom prst="roundRect">
            <a:avLst>
              <a:gd name="adj" fmla="val 30000"/>
            </a:avLst>
          </a:prstGeom>
          <a:solidFill>
            <a:srgbClr val="FAC775"/>
          </a:solidFill>
          <a:ln w="190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2000" b="1" dirty="0">
                <a:solidFill>
                  <a:srgbClr val="854F0B"/>
                </a:solidFill>
              </a:rPr>
              <a:t>Flipped</a:t>
            </a:r>
            <a:r>
              <a:rPr lang="zh-CN" altLang="en-US" sz="2000" b="1" dirty="0">
                <a:solidFill>
                  <a:srgbClr val="854F0B"/>
                </a:solidFill>
              </a:rPr>
              <a:t> </a:t>
            </a:r>
            <a:r>
              <a:rPr lang="en-US" altLang="zh-CN" sz="2000" b="1" dirty="0">
                <a:solidFill>
                  <a:srgbClr val="854F0B"/>
                </a:solidFill>
              </a:rPr>
              <a:t>tracks</a:t>
            </a:r>
            <a:endParaRPr sz="2000" b="1" dirty="0">
              <a:solidFill>
                <a:srgbClr val="854F0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4616" y="4221504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Jet </a:t>
            </a:r>
            <a:r>
              <a:rPr sz="2000" b="1" dirty="0" err="1">
                <a:solidFill>
                  <a:srgbClr val="712B13"/>
                </a:solidFill>
              </a:rPr>
              <a:t>flavour</a:t>
            </a:r>
            <a:r>
              <a:rPr sz="2000" b="1" dirty="0">
                <a:solidFill>
                  <a:srgbClr val="712B13"/>
                </a:solidFill>
              </a:rPr>
              <a:t>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1612" y="422204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Symmetry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2222" y="5614842"/>
            <a:ext cx="4023360" cy="59436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Total loss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2232213" y="890598"/>
            <a:ext cx="0" cy="715945"/>
          </a:xfrm>
          <a:prstGeom prst="line">
            <a:avLst/>
          </a:prstGeom>
          <a:ln w="25400">
            <a:solidFill>
              <a:srgbClr val="444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>
            <a:off x="2232213" y="3228310"/>
            <a:ext cx="0" cy="970803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</p:cNvCxnSpPr>
          <p:nvPr/>
        </p:nvCxnSpPr>
        <p:spPr>
          <a:xfrm>
            <a:off x="3899142" y="1880557"/>
            <a:ext cx="73476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  <a:effectLst>
            <a:outerShdw dist="20000" sx="1000" sy="1000" rotWithShape="0">
              <a:schemeClr val="bg1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6">
            <a:extLst>
              <a:ext uri="{FF2B5EF4-FFF2-40B4-BE49-F238E27FC236}">
                <a16:creationId xmlns:a16="http://schemas.microsoft.com/office/drawing/2014/main" id="{E9167F83-5546-E167-038A-CF9B382F3273}"/>
              </a:ext>
            </a:extLst>
          </p:cNvPr>
          <p:cNvCxnSpPr>
            <a:cxnSpLocks/>
          </p:cNvCxnSpPr>
          <p:nvPr/>
        </p:nvCxnSpPr>
        <p:spPr>
          <a:xfrm>
            <a:off x="2232213" y="2215315"/>
            <a:ext cx="0" cy="420209"/>
          </a:xfrm>
          <a:prstGeom prst="line">
            <a:avLst/>
          </a:prstGeom>
          <a:ln w="25400">
            <a:solidFill>
              <a:srgbClr val="444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6">
            <a:extLst>
              <a:ext uri="{FF2B5EF4-FFF2-40B4-BE49-F238E27FC236}">
                <a16:creationId xmlns:a16="http://schemas.microsoft.com/office/drawing/2014/main" id="{C0B4A2A8-4FDF-1D60-240F-932C20C9FF85}"/>
              </a:ext>
            </a:extLst>
          </p:cNvPr>
          <p:cNvCxnSpPr>
            <a:cxnSpLocks/>
          </p:cNvCxnSpPr>
          <p:nvPr/>
        </p:nvCxnSpPr>
        <p:spPr>
          <a:xfrm>
            <a:off x="6949134" y="896301"/>
            <a:ext cx="0" cy="715945"/>
          </a:xfrm>
          <a:prstGeom prst="line">
            <a:avLst/>
          </a:prstGeom>
          <a:ln w="25400">
            <a:solidFill>
              <a:srgbClr val="444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6">
            <a:extLst>
              <a:ext uri="{FF2B5EF4-FFF2-40B4-BE49-F238E27FC236}">
                <a16:creationId xmlns:a16="http://schemas.microsoft.com/office/drawing/2014/main" id="{33FE4DCE-39F4-9A0F-775F-4DEF6C79D3BF}"/>
              </a:ext>
            </a:extLst>
          </p:cNvPr>
          <p:cNvSpPr/>
          <p:nvPr/>
        </p:nvSpPr>
        <p:spPr>
          <a:xfrm>
            <a:off x="5293133" y="1625176"/>
            <a:ext cx="3291840" cy="59436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C3489"/>
                </a:solidFill>
              </a:rPr>
              <a:t>Shared encoder</a:t>
            </a:r>
          </a:p>
        </p:txBody>
      </p:sp>
      <p:cxnSp>
        <p:nvCxnSpPr>
          <p:cNvPr id="44" name="Connector 26">
            <a:extLst>
              <a:ext uri="{FF2B5EF4-FFF2-40B4-BE49-F238E27FC236}">
                <a16:creationId xmlns:a16="http://schemas.microsoft.com/office/drawing/2014/main" id="{0E5939F6-DB35-8F20-2AAE-92378D289EDD}"/>
              </a:ext>
            </a:extLst>
          </p:cNvPr>
          <p:cNvCxnSpPr>
            <a:cxnSpLocks/>
          </p:cNvCxnSpPr>
          <p:nvPr/>
        </p:nvCxnSpPr>
        <p:spPr>
          <a:xfrm>
            <a:off x="6939053" y="2219536"/>
            <a:ext cx="21279" cy="1985086"/>
          </a:xfrm>
          <a:prstGeom prst="line">
            <a:avLst/>
          </a:prstGeom>
          <a:ln w="2857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or 29">
            <a:extLst>
              <a:ext uri="{FF2B5EF4-FFF2-40B4-BE49-F238E27FC236}">
                <a16:creationId xmlns:a16="http://schemas.microsoft.com/office/drawing/2014/main" id="{85CF6990-0E3F-F78E-D16F-573C5C5CE9DC}"/>
              </a:ext>
            </a:extLst>
          </p:cNvPr>
          <p:cNvCxnSpPr>
            <a:cxnSpLocks/>
          </p:cNvCxnSpPr>
          <p:nvPr/>
        </p:nvCxnSpPr>
        <p:spPr>
          <a:xfrm>
            <a:off x="2227209" y="5146273"/>
            <a:ext cx="4726610" cy="0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26">
            <a:extLst>
              <a:ext uri="{FF2B5EF4-FFF2-40B4-BE49-F238E27FC236}">
                <a16:creationId xmlns:a16="http://schemas.microsoft.com/office/drawing/2014/main" id="{0F0D58D9-AE58-A116-CB74-FDBEDFFD578C}"/>
              </a:ext>
            </a:extLst>
          </p:cNvPr>
          <p:cNvCxnSpPr>
            <a:cxnSpLocks/>
          </p:cNvCxnSpPr>
          <p:nvPr/>
        </p:nvCxnSpPr>
        <p:spPr>
          <a:xfrm flipH="1">
            <a:off x="2232212" y="4773437"/>
            <a:ext cx="6525" cy="387528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26">
            <a:extLst>
              <a:ext uri="{FF2B5EF4-FFF2-40B4-BE49-F238E27FC236}">
                <a16:creationId xmlns:a16="http://schemas.microsoft.com/office/drawing/2014/main" id="{FC36BCFD-0808-34AC-071A-4642C7097621}"/>
              </a:ext>
            </a:extLst>
          </p:cNvPr>
          <p:cNvCxnSpPr>
            <a:cxnSpLocks/>
          </p:cNvCxnSpPr>
          <p:nvPr/>
        </p:nvCxnSpPr>
        <p:spPr>
          <a:xfrm>
            <a:off x="6973232" y="4773436"/>
            <a:ext cx="6714" cy="387529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26">
            <a:extLst>
              <a:ext uri="{FF2B5EF4-FFF2-40B4-BE49-F238E27FC236}">
                <a16:creationId xmlns:a16="http://schemas.microsoft.com/office/drawing/2014/main" id="{015C28DA-68C0-2648-62D8-F8474902AE8B}"/>
              </a:ext>
            </a:extLst>
          </p:cNvPr>
          <p:cNvCxnSpPr>
            <a:cxnSpLocks/>
          </p:cNvCxnSpPr>
          <p:nvPr/>
        </p:nvCxnSpPr>
        <p:spPr>
          <a:xfrm>
            <a:off x="4633902" y="5160965"/>
            <a:ext cx="0" cy="419041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26">
            <a:extLst>
              <a:ext uri="{FF2B5EF4-FFF2-40B4-BE49-F238E27FC236}">
                <a16:creationId xmlns:a16="http://schemas.microsoft.com/office/drawing/2014/main" id="{3EF79E00-18F0-AC5F-973A-A450ED8F206A}"/>
              </a:ext>
            </a:extLst>
          </p:cNvPr>
          <p:cNvCxnSpPr>
            <a:cxnSpLocks/>
          </p:cNvCxnSpPr>
          <p:nvPr/>
        </p:nvCxnSpPr>
        <p:spPr>
          <a:xfrm>
            <a:off x="4609476" y="1874545"/>
            <a:ext cx="21279" cy="1985086"/>
          </a:xfrm>
          <a:prstGeom prst="line">
            <a:avLst/>
          </a:prstGeom>
          <a:ln w="2857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 29">
            <a:extLst>
              <a:ext uri="{FF2B5EF4-FFF2-40B4-BE49-F238E27FC236}">
                <a16:creationId xmlns:a16="http://schemas.microsoft.com/office/drawing/2014/main" id="{E7403F48-DF60-44A5-3C5D-274E0E9A6DCB}"/>
              </a:ext>
            </a:extLst>
          </p:cNvPr>
          <p:cNvCxnSpPr>
            <a:cxnSpLocks/>
          </p:cNvCxnSpPr>
          <p:nvPr/>
        </p:nvCxnSpPr>
        <p:spPr>
          <a:xfrm>
            <a:off x="4622046" y="3783379"/>
            <a:ext cx="233828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  <a:effectLst>
            <a:outerShdw dist="20000" sx="1000" sy="1000" rotWithShape="0">
              <a:schemeClr val="bg1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Bingxuan Liu</cp:lastModifiedBy>
  <cp:revision>9</cp:revision>
  <dcterms:created xsi:type="dcterms:W3CDTF">2013-01-27T09:14:16Z</dcterms:created>
  <dcterms:modified xsi:type="dcterms:W3CDTF">2026-06-29T05:55:27Z</dcterms:modified>
  <cp:category/>
</cp:coreProperties>
</file>