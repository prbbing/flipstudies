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4"/>
    <p:restoredTop sz="94660"/>
  </p:normalViewPr>
  <p:slideViewPr>
    <p:cSldViewPr snapToGrid="0" snapToObjects="1">
      <p:cViewPr>
        <p:scale>
          <a:sx n="235" d="100"/>
          <a:sy n="235" d="100"/>
        </p:scale>
        <p:origin x="223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187B5-EDA1-5541-BEA5-8C814C80F477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1B8B0-3B6F-444A-B5EC-AD309DAD82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5737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1B8B0-3B6F-444A-B5EC-AD309DAD8286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61819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F7E6E-96A6-2EFD-3B76-E25D9B88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A2E4A-C57B-6095-9133-37C45F225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8B18-32A0-57F9-1A60-69FC44828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8A42-94F6-2A30-A162-9D4A85C71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1B8B0-3B6F-444A-B5EC-AD309DAD8286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3332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Connector 7">
            <a:extLst>
              <a:ext uri="{FF2B5EF4-FFF2-40B4-BE49-F238E27FC236}">
                <a16:creationId xmlns:a16="http://schemas.microsoft.com/office/drawing/2014/main" id="{20D19F4F-ADF9-A8BC-465D-7BA8A3A74664}"/>
              </a:ext>
            </a:extLst>
          </p:cNvPr>
          <p:cNvCxnSpPr>
            <a:cxnSpLocks/>
          </p:cNvCxnSpPr>
          <p:nvPr/>
        </p:nvCxnSpPr>
        <p:spPr>
          <a:xfrm flipH="1">
            <a:off x="1250119" y="4006284"/>
            <a:ext cx="1077778" cy="2684849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Connector 6">
            <a:extLst>
              <a:ext uri="{FF2B5EF4-FFF2-40B4-BE49-F238E27FC236}">
                <a16:creationId xmlns:a16="http://schemas.microsoft.com/office/drawing/2014/main" id="{8C1021BD-AD79-116F-EAB6-67A4F7054274}"/>
              </a:ext>
            </a:extLst>
          </p:cNvPr>
          <p:cNvCxnSpPr>
            <a:cxnSpLocks/>
          </p:cNvCxnSpPr>
          <p:nvPr/>
        </p:nvCxnSpPr>
        <p:spPr>
          <a:xfrm>
            <a:off x="1968183" y="3754500"/>
            <a:ext cx="1020466" cy="3023184"/>
          </a:xfrm>
          <a:prstGeom prst="line">
            <a:avLst/>
          </a:prstGeom>
          <a:ln w="38100" cap="flat" cmpd="sng" algn="ctr">
            <a:solidFill>
              <a:schemeClr val="tx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</p:cNvCxnSpPr>
          <p:nvPr/>
        </p:nvCxnSpPr>
        <p:spPr>
          <a:xfrm>
            <a:off x="2174107" y="1573980"/>
            <a:ext cx="29273" cy="520609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>
            <a:off x="1172475" y="1403400"/>
            <a:ext cx="1020466" cy="3023184"/>
          </a:xfrm>
          <a:prstGeom prst="line">
            <a:avLst/>
          </a:prstGeom>
          <a:ln w="3810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 flipH="1">
            <a:off x="2109249" y="1842157"/>
            <a:ext cx="1077778" cy="2684849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064925" y="4307712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8340" y="7612121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H="1">
            <a:off x="2197627" y="5548979"/>
            <a:ext cx="368527" cy="104419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>
            <a:off x="1753621" y="5499810"/>
            <a:ext cx="435659" cy="156844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24956" y="7530938"/>
            <a:ext cx="17799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b="0" i="0" dirty="0">
                <a:solidFill>
                  <a:srgbClr val="000000"/>
                </a:solidFill>
              </a:rPr>
              <a:t>P</a:t>
            </a:r>
            <a:r>
              <a:rPr sz="2000" b="0" i="0" dirty="0">
                <a:solidFill>
                  <a:srgbClr val="000000"/>
                </a:solidFill>
              </a:rPr>
              <a:t>rimary </a:t>
            </a:r>
            <a:r>
              <a:rPr lang="en-US" altLang="zh-CN" sz="2000" b="0" i="0" dirty="0">
                <a:solidFill>
                  <a:srgbClr val="000000"/>
                </a:solidFill>
              </a:rPr>
              <a:t>V</a:t>
            </a:r>
            <a:r>
              <a:rPr sz="2000" b="0" i="0" dirty="0">
                <a:solidFill>
                  <a:srgbClr val="000000"/>
                </a:solidFill>
              </a:rPr>
              <a:t>ertex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4956" y="8024532"/>
            <a:ext cx="19904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dirty="0">
                <a:solidFill>
                  <a:srgbClr val="000000"/>
                </a:solidFill>
              </a:rPr>
              <a:t>S</a:t>
            </a:r>
            <a:r>
              <a:rPr sz="2000" b="0" i="0" dirty="0">
                <a:solidFill>
                  <a:srgbClr val="000000"/>
                </a:solidFill>
              </a:rPr>
              <a:t>econdary </a:t>
            </a:r>
            <a:r>
              <a:rPr lang="en-US" altLang="zh-CN" sz="2000" b="0" i="0" dirty="0">
                <a:solidFill>
                  <a:srgbClr val="000000"/>
                </a:solidFill>
              </a:rPr>
              <a:t>V</a:t>
            </a:r>
            <a:r>
              <a:rPr sz="2000" b="0" i="0" dirty="0">
                <a:solidFill>
                  <a:srgbClr val="000000"/>
                </a:solidFill>
              </a:rPr>
              <a:t>ertex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3549559" y="7719552"/>
            <a:ext cx="615319" cy="0"/>
          </a:xfrm>
          <a:prstGeom prst="line">
            <a:avLst/>
          </a:prstGeom>
          <a:ln w="381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00053" y="7509432"/>
            <a:ext cx="91531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1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06" name="Connector 5">
            <a:extLst>
              <a:ext uri="{FF2B5EF4-FFF2-40B4-BE49-F238E27FC236}">
                <a16:creationId xmlns:a16="http://schemas.microsoft.com/office/drawing/2014/main" id="{4C1E97D1-8F3C-9582-9FCB-EA6FE4B40670}"/>
              </a:ext>
            </a:extLst>
          </p:cNvPr>
          <p:cNvCxnSpPr>
            <a:cxnSpLocks/>
          </p:cNvCxnSpPr>
          <p:nvPr/>
        </p:nvCxnSpPr>
        <p:spPr>
          <a:xfrm>
            <a:off x="6712390" y="1571592"/>
            <a:ext cx="29273" cy="520609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Connector 6">
            <a:extLst>
              <a:ext uri="{FF2B5EF4-FFF2-40B4-BE49-F238E27FC236}">
                <a16:creationId xmlns:a16="http://schemas.microsoft.com/office/drawing/2014/main" id="{96D8BB3A-17BE-8B13-ECAF-C00D59E9A2AC}"/>
              </a:ext>
            </a:extLst>
          </p:cNvPr>
          <p:cNvCxnSpPr>
            <a:cxnSpLocks/>
          </p:cNvCxnSpPr>
          <p:nvPr/>
        </p:nvCxnSpPr>
        <p:spPr>
          <a:xfrm>
            <a:off x="5737464" y="3880290"/>
            <a:ext cx="1020466" cy="3023184"/>
          </a:xfrm>
          <a:prstGeom prst="line">
            <a:avLst/>
          </a:prstGeom>
          <a:ln w="3810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Connector 7">
            <a:extLst>
              <a:ext uri="{FF2B5EF4-FFF2-40B4-BE49-F238E27FC236}">
                <a16:creationId xmlns:a16="http://schemas.microsoft.com/office/drawing/2014/main" id="{C18BDBA4-70F9-50D0-E304-0C149422B367}"/>
              </a:ext>
            </a:extLst>
          </p:cNvPr>
          <p:cNvCxnSpPr>
            <a:cxnSpLocks/>
          </p:cNvCxnSpPr>
          <p:nvPr/>
        </p:nvCxnSpPr>
        <p:spPr>
          <a:xfrm flipH="1">
            <a:off x="6674238" y="4319047"/>
            <a:ext cx="1077778" cy="2684849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2268F8BF-FE4A-0163-52E6-162058F09AF1}"/>
              </a:ext>
            </a:extLst>
          </p:cNvPr>
          <p:cNvSpPr/>
          <p:nvPr/>
        </p:nvSpPr>
        <p:spPr>
          <a:xfrm>
            <a:off x="6622791" y="6781708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4">
            <a:extLst>
              <a:ext uri="{FF2B5EF4-FFF2-40B4-BE49-F238E27FC236}">
                <a16:creationId xmlns:a16="http://schemas.microsoft.com/office/drawing/2014/main" id="{922453F0-B50C-6DFB-6C44-4459AB782107}"/>
              </a:ext>
            </a:extLst>
          </p:cNvPr>
          <p:cNvCxnSpPr>
            <a:cxnSpLocks/>
          </p:cNvCxnSpPr>
          <p:nvPr/>
        </p:nvCxnSpPr>
        <p:spPr>
          <a:xfrm flipV="1">
            <a:off x="6378973" y="5660893"/>
            <a:ext cx="368527" cy="104419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Connector 15">
            <a:extLst>
              <a:ext uri="{FF2B5EF4-FFF2-40B4-BE49-F238E27FC236}">
                <a16:creationId xmlns:a16="http://schemas.microsoft.com/office/drawing/2014/main" id="{51CADCA3-C50C-EF91-8842-EFBB1E64C4EE}"/>
              </a:ext>
            </a:extLst>
          </p:cNvPr>
          <p:cNvCxnSpPr>
            <a:cxnSpLocks/>
          </p:cNvCxnSpPr>
          <p:nvPr/>
        </p:nvCxnSpPr>
        <p:spPr>
          <a:xfrm flipH="1" flipV="1">
            <a:off x="6706606" y="5660578"/>
            <a:ext cx="435659" cy="156844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96A808AB-A784-481A-02E1-FD280B7AE504}"/>
              </a:ext>
            </a:extLst>
          </p:cNvPr>
          <p:cNvSpPr/>
          <p:nvPr/>
        </p:nvSpPr>
        <p:spPr>
          <a:xfrm>
            <a:off x="5668340" y="8123841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7742D4D-8A0F-68BB-D476-A57120290302}"/>
              </a:ext>
            </a:extLst>
          </p:cNvPr>
          <p:cNvSpPr txBox="1"/>
          <p:nvPr/>
        </p:nvSpPr>
        <p:spPr>
          <a:xfrm>
            <a:off x="4300053" y="8046540"/>
            <a:ext cx="91531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2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20" name="Connector 20">
            <a:extLst>
              <a:ext uri="{FF2B5EF4-FFF2-40B4-BE49-F238E27FC236}">
                <a16:creationId xmlns:a16="http://schemas.microsoft.com/office/drawing/2014/main" id="{2AFA325F-E44D-56D6-1E15-F115C06D9FD7}"/>
              </a:ext>
            </a:extLst>
          </p:cNvPr>
          <p:cNvCxnSpPr>
            <a:cxnSpLocks/>
          </p:cNvCxnSpPr>
          <p:nvPr/>
        </p:nvCxnSpPr>
        <p:spPr>
          <a:xfrm>
            <a:off x="3549559" y="8246595"/>
            <a:ext cx="615319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Connector 20">
            <a:extLst>
              <a:ext uri="{FF2B5EF4-FFF2-40B4-BE49-F238E27FC236}">
                <a16:creationId xmlns:a16="http://schemas.microsoft.com/office/drawing/2014/main" id="{1F45A164-4F9F-F3F0-AE47-520BD60726CD}"/>
              </a:ext>
            </a:extLst>
          </p:cNvPr>
          <p:cNvCxnSpPr>
            <a:cxnSpLocks/>
          </p:cNvCxnSpPr>
          <p:nvPr/>
        </p:nvCxnSpPr>
        <p:spPr>
          <a:xfrm>
            <a:off x="1182176" y="7732038"/>
            <a:ext cx="615319" cy="0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D783075-61F1-6C9C-DC3E-084F1CE2A30F}"/>
              </a:ext>
            </a:extLst>
          </p:cNvPr>
          <p:cNvSpPr txBox="1"/>
          <p:nvPr/>
        </p:nvSpPr>
        <p:spPr>
          <a:xfrm>
            <a:off x="1932670" y="7521918"/>
            <a:ext cx="128744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1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IP</a:t>
            </a:r>
            <a:endParaRPr sz="2000" b="0" i="0" dirty="0">
              <a:solidFill>
                <a:srgbClr val="00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3D942A5-8298-CD78-1F3C-92C8FE8B5E13}"/>
              </a:ext>
            </a:extLst>
          </p:cNvPr>
          <p:cNvSpPr txBox="1"/>
          <p:nvPr/>
        </p:nvSpPr>
        <p:spPr>
          <a:xfrm>
            <a:off x="1932670" y="8034349"/>
            <a:ext cx="11701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2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IP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24" name="Connector 20">
            <a:extLst>
              <a:ext uri="{FF2B5EF4-FFF2-40B4-BE49-F238E27FC236}">
                <a16:creationId xmlns:a16="http://schemas.microsoft.com/office/drawing/2014/main" id="{E249C22B-7845-7855-FB40-83B50967C46D}"/>
              </a:ext>
            </a:extLst>
          </p:cNvPr>
          <p:cNvCxnSpPr>
            <a:cxnSpLocks/>
          </p:cNvCxnSpPr>
          <p:nvPr/>
        </p:nvCxnSpPr>
        <p:spPr>
          <a:xfrm>
            <a:off x="1182176" y="8259081"/>
            <a:ext cx="615319" cy="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Connector 5">
            <a:extLst>
              <a:ext uri="{FF2B5EF4-FFF2-40B4-BE49-F238E27FC236}">
                <a16:creationId xmlns:a16="http://schemas.microsoft.com/office/drawing/2014/main" id="{D8280951-19C0-10C8-E3AF-0B8FC4C2BF99}"/>
              </a:ext>
            </a:extLst>
          </p:cNvPr>
          <p:cNvCxnSpPr>
            <a:cxnSpLocks/>
          </p:cNvCxnSpPr>
          <p:nvPr/>
        </p:nvCxnSpPr>
        <p:spPr>
          <a:xfrm flipH="1">
            <a:off x="1194869" y="8764301"/>
            <a:ext cx="60262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6B5C3C22-E831-9184-AF24-4141099A74FA}"/>
              </a:ext>
            </a:extLst>
          </p:cNvPr>
          <p:cNvSpPr txBox="1"/>
          <p:nvPr/>
        </p:nvSpPr>
        <p:spPr>
          <a:xfrm>
            <a:off x="1968183" y="8564246"/>
            <a:ext cx="9575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0" i="0" dirty="0">
                <a:solidFill>
                  <a:srgbClr val="000000"/>
                </a:solidFill>
              </a:rPr>
              <a:t>Jet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Axis</a:t>
            </a:r>
            <a:endParaRPr sz="2000" b="0" i="0" dirty="0">
              <a:solidFill>
                <a:srgbClr val="00000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F51FEFD-0F0C-C333-C0E6-066709E67064}"/>
              </a:ext>
            </a:extLst>
          </p:cNvPr>
          <p:cNvSpPr txBox="1"/>
          <p:nvPr/>
        </p:nvSpPr>
        <p:spPr>
          <a:xfrm>
            <a:off x="1385341" y="307638"/>
            <a:ext cx="159691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3200" b="0" i="0" dirty="0">
                <a:solidFill>
                  <a:srgbClr val="000000"/>
                </a:solidFill>
              </a:rPr>
              <a:t>Nominal</a:t>
            </a:r>
            <a:endParaRPr sz="3200" b="0" i="0" dirty="0">
              <a:solidFill>
                <a:srgbClr val="00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883AC7B-765D-46A4-FC7E-44FBA85141F7}"/>
              </a:ext>
            </a:extLst>
          </p:cNvPr>
          <p:cNvSpPr txBox="1"/>
          <p:nvPr/>
        </p:nvSpPr>
        <p:spPr>
          <a:xfrm>
            <a:off x="5998720" y="305535"/>
            <a:ext cx="141577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3200" b="0" i="0" dirty="0">
                <a:solidFill>
                  <a:srgbClr val="000000"/>
                </a:solidFill>
              </a:rPr>
              <a:t>Flipped</a:t>
            </a:r>
            <a:endParaRPr sz="3200" b="0" i="0" dirty="0">
              <a:solidFill>
                <a:srgbClr val="000000"/>
              </a:solidFill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AB32CFFF-FFBC-53B5-591B-E14E14266703}"/>
              </a:ext>
            </a:extLst>
          </p:cNvPr>
          <p:cNvSpPr/>
          <p:nvPr/>
        </p:nvSpPr>
        <p:spPr>
          <a:xfrm>
            <a:off x="6621041" y="5518720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CB25CB6-CB1A-2B60-8205-1B22D1AAD969}"/>
              </a:ext>
            </a:extLst>
          </p:cNvPr>
          <p:cNvSpPr/>
          <p:nvPr/>
        </p:nvSpPr>
        <p:spPr>
          <a:xfrm>
            <a:off x="2071975" y="5517969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061F-B9D7-7F27-2513-4826970A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DFA35E6-1980-0678-8D02-C50619D667F5}"/>
              </a:ext>
            </a:extLst>
          </p:cNvPr>
          <p:cNvCxnSpPr>
            <a:cxnSpLocks/>
          </p:cNvCxnSpPr>
          <p:nvPr/>
        </p:nvCxnSpPr>
        <p:spPr>
          <a:xfrm>
            <a:off x="2174107" y="1573980"/>
            <a:ext cx="29273" cy="520609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279E366-87AD-B683-FFC7-AB6672BE5F26}"/>
              </a:ext>
            </a:extLst>
          </p:cNvPr>
          <p:cNvCxnSpPr>
            <a:cxnSpLocks/>
          </p:cNvCxnSpPr>
          <p:nvPr/>
        </p:nvCxnSpPr>
        <p:spPr>
          <a:xfrm>
            <a:off x="875068" y="3038178"/>
            <a:ext cx="1418889" cy="2870430"/>
          </a:xfrm>
          <a:prstGeom prst="line">
            <a:avLst/>
          </a:prstGeom>
          <a:ln w="3810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50A32157-1EC8-806C-26ED-AB5D3C01125C}"/>
              </a:ext>
            </a:extLst>
          </p:cNvPr>
          <p:cNvCxnSpPr>
            <a:cxnSpLocks/>
          </p:cNvCxnSpPr>
          <p:nvPr/>
        </p:nvCxnSpPr>
        <p:spPr>
          <a:xfrm flipH="1">
            <a:off x="1666959" y="2403464"/>
            <a:ext cx="1067790" cy="2699818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031DA00-33FA-A7DF-ED7A-69114A265EB3}"/>
              </a:ext>
            </a:extLst>
          </p:cNvPr>
          <p:cNvSpPr/>
          <p:nvPr/>
        </p:nvSpPr>
        <p:spPr>
          <a:xfrm>
            <a:off x="5668340" y="7612121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9B27CFDD-7997-0AE7-D261-368BAC908F55}"/>
              </a:ext>
            </a:extLst>
          </p:cNvPr>
          <p:cNvCxnSpPr>
            <a:cxnSpLocks/>
          </p:cNvCxnSpPr>
          <p:nvPr/>
        </p:nvCxnSpPr>
        <p:spPr>
          <a:xfrm flipH="1">
            <a:off x="1890627" y="4879071"/>
            <a:ext cx="224596" cy="145335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962A9E43-1A7E-BEE8-8429-380F20868BD9}"/>
              </a:ext>
            </a:extLst>
          </p:cNvPr>
          <p:cNvCxnSpPr>
            <a:cxnSpLocks/>
          </p:cNvCxnSpPr>
          <p:nvPr/>
        </p:nvCxnSpPr>
        <p:spPr>
          <a:xfrm>
            <a:off x="1851254" y="4724953"/>
            <a:ext cx="338026" cy="138685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48BB396-9B78-26E1-AF44-6500AEE14064}"/>
              </a:ext>
            </a:extLst>
          </p:cNvPr>
          <p:cNvSpPr txBox="1"/>
          <p:nvPr/>
        </p:nvSpPr>
        <p:spPr>
          <a:xfrm>
            <a:off x="6024956" y="7530938"/>
            <a:ext cx="17799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b="0" i="0" dirty="0">
                <a:solidFill>
                  <a:srgbClr val="000000"/>
                </a:solidFill>
              </a:rPr>
              <a:t>P</a:t>
            </a:r>
            <a:r>
              <a:rPr sz="2000" b="0" i="0" dirty="0">
                <a:solidFill>
                  <a:srgbClr val="000000"/>
                </a:solidFill>
              </a:rPr>
              <a:t>rimary </a:t>
            </a:r>
            <a:r>
              <a:rPr lang="en-US" altLang="zh-CN" sz="2000" b="0" i="0" dirty="0">
                <a:solidFill>
                  <a:srgbClr val="000000"/>
                </a:solidFill>
              </a:rPr>
              <a:t>V</a:t>
            </a:r>
            <a:r>
              <a:rPr sz="2000" b="0" i="0" dirty="0">
                <a:solidFill>
                  <a:srgbClr val="000000"/>
                </a:solidFill>
              </a:rPr>
              <a:t>ertex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21845-4AF9-0352-AB55-A5293918A884}"/>
              </a:ext>
            </a:extLst>
          </p:cNvPr>
          <p:cNvSpPr txBox="1"/>
          <p:nvPr/>
        </p:nvSpPr>
        <p:spPr>
          <a:xfrm>
            <a:off x="6024956" y="8024532"/>
            <a:ext cx="19904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dirty="0">
                <a:solidFill>
                  <a:srgbClr val="000000"/>
                </a:solidFill>
              </a:rPr>
              <a:t>S</a:t>
            </a:r>
            <a:r>
              <a:rPr sz="2000" b="0" i="0" dirty="0">
                <a:solidFill>
                  <a:srgbClr val="000000"/>
                </a:solidFill>
              </a:rPr>
              <a:t>econdary </a:t>
            </a:r>
            <a:r>
              <a:rPr lang="en-US" altLang="zh-CN" sz="2000" b="0" i="0" dirty="0">
                <a:solidFill>
                  <a:srgbClr val="000000"/>
                </a:solidFill>
              </a:rPr>
              <a:t>V</a:t>
            </a:r>
            <a:r>
              <a:rPr sz="2000" b="0" i="0" dirty="0">
                <a:solidFill>
                  <a:srgbClr val="000000"/>
                </a:solidFill>
              </a:rPr>
              <a:t>ertex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8829A58A-1A08-EA9D-12F5-5CC9183DC3B6}"/>
              </a:ext>
            </a:extLst>
          </p:cNvPr>
          <p:cNvCxnSpPr>
            <a:cxnSpLocks/>
          </p:cNvCxnSpPr>
          <p:nvPr/>
        </p:nvCxnSpPr>
        <p:spPr>
          <a:xfrm>
            <a:off x="3549559" y="7719552"/>
            <a:ext cx="615319" cy="0"/>
          </a:xfrm>
          <a:prstGeom prst="line">
            <a:avLst/>
          </a:prstGeom>
          <a:ln w="381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1183EE-32D7-069F-DD33-24826E36738E}"/>
              </a:ext>
            </a:extLst>
          </p:cNvPr>
          <p:cNvSpPr txBox="1"/>
          <p:nvPr/>
        </p:nvSpPr>
        <p:spPr>
          <a:xfrm>
            <a:off x="4300053" y="7509432"/>
            <a:ext cx="91531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1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06" name="Connector 5">
            <a:extLst>
              <a:ext uri="{FF2B5EF4-FFF2-40B4-BE49-F238E27FC236}">
                <a16:creationId xmlns:a16="http://schemas.microsoft.com/office/drawing/2014/main" id="{0068DDF5-0531-870A-D64B-33E4AD3A7FFA}"/>
              </a:ext>
            </a:extLst>
          </p:cNvPr>
          <p:cNvCxnSpPr>
            <a:cxnSpLocks/>
          </p:cNvCxnSpPr>
          <p:nvPr/>
        </p:nvCxnSpPr>
        <p:spPr>
          <a:xfrm>
            <a:off x="6712390" y="1571592"/>
            <a:ext cx="29273" cy="520609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2CAD8961-86AA-1A00-73E0-8B426A07259E}"/>
              </a:ext>
            </a:extLst>
          </p:cNvPr>
          <p:cNvSpPr/>
          <p:nvPr/>
        </p:nvSpPr>
        <p:spPr>
          <a:xfrm>
            <a:off x="5668340" y="8123841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E26321-5CE7-F33F-DA2B-506AC7021A96}"/>
              </a:ext>
            </a:extLst>
          </p:cNvPr>
          <p:cNvSpPr txBox="1"/>
          <p:nvPr/>
        </p:nvSpPr>
        <p:spPr>
          <a:xfrm>
            <a:off x="4300053" y="8046540"/>
            <a:ext cx="91531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2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20" name="Connector 20">
            <a:extLst>
              <a:ext uri="{FF2B5EF4-FFF2-40B4-BE49-F238E27FC236}">
                <a16:creationId xmlns:a16="http://schemas.microsoft.com/office/drawing/2014/main" id="{AB795BF7-71F1-32A1-A553-3A107D808879}"/>
              </a:ext>
            </a:extLst>
          </p:cNvPr>
          <p:cNvCxnSpPr>
            <a:cxnSpLocks/>
          </p:cNvCxnSpPr>
          <p:nvPr/>
        </p:nvCxnSpPr>
        <p:spPr>
          <a:xfrm>
            <a:off x="3549559" y="8246595"/>
            <a:ext cx="615319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Connector 20">
            <a:extLst>
              <a:ext uri="{FF2B5EF4-FFF2-40B4-BE49-F238E27FC236}">
                <a16:creationId xmlns:a16="http://schemas.microsoft.com/office/drawing/2014/main" id="{90B4A34F-70F1-0ED9-3225-E35331D09008}"/>
              </a:ext>
            </a:extLst>
          </p:cNvPr>
          <p:cNvCxnSpPr>
            <a:cxnSpLocks/>
          </p:cNvCxnSpPr>
          <p:nvPr/>
        </p:nvCxnSpPr>
        <p:spPr>
          <a:xfrm>
            <a:off x="1182176" y="7732038"/>
            <a:ext cx="615319" cy="0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5EA6469B-03F2-ADE3-74CA-E0602E1DF09A}"/>
              </a:ext>
            </a:extLst>
          </p:cNvPr>
          <p:cNvSpPr txBox="1"/>
          <p:nvPr/>
        </p:nvSpPr>
        <p:spPr>
          <a:xfrm>
            <a:off x="1932670" y="7521918"/>
            <a:ext cx="128744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1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IP</a:t>
            </a:r>
            <a:endParaRPr sz="2000" b="0" i="0" dirty="0">
              <a:solidFill>
                <a:srgbClr val="00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9DD9D09-55DF-D305-E857-C0FDC0432C91}"/>
              </a:ext>
            </a:extLst>
          </p:cNvPr>
          <p:cNvSpPr txBox="1"/>
          <p:nvPr/>
        </p:nvSpPr>
        <p:spPr>
          <a:xfrm>
            <a:off x="1932670" y="8034349"/>
            <a:ext cx="11701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</a:rPr>
              <a:t>T</a:t>
            </a:r>
            <a:r>
              <a:rPr sz="2000" b="0" i="0" dirty="0">
                <a:solidFill>
                  <a:srgbClr val="000000"/>
                </a:solidFill>
              </a:rPr>
              <a:t>rack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2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IP</a:t>
            </a:r>
            <a:endParaRPr sz="2000" b="0" i="0" dirty="0">
              <a:solidFill>
                <a:srgbClr val="000000"/>
              </a:solidFill>
            </a:endParaRPr>
          </a:p>
        </p:txBody>
      </p:sp>
      <p:cxnSp>
        <p:nvCxnSpPr>
          <p:cNvPr id="124" name="Connector 20">
            <a:extLst>
              <a:ext uri="{FF2B5EF4-FFF2-40B4-BE49-F238E27FC236}">
                <a16:creationId xmlns:a16="http://schemas.microsoft.com/office/drawing/2014/main" id="{178D5A07-ECD9-501A-60A3-4B3C5D850C73}"/>
              </a:ext>
            </a:extLst>
          </p:cNvPr>
          <p:cNvCxnSpPr>
            <a:cxnSpLocks/>
          </p:cNvCxnSpPr>
          <p:nvPr/>
        </p:nvCxnSpPr>
        <p:spPr>
          <a:xfrm>
            <a:off x="1182176" y="8259081"/>
            <a:ext cx="615319" cy="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Connector 5">
            <a:extLst>
              <a:ext uri="{FF2B5EF4-FFF2-40B4-BE49-F238E27FC236}">
                <a16:creationId xmlns:a16="http://schemas.microsoft.com/office/drawing/2014/main" id="{6881180C-73EE-0C4C-05B2-D45F948CE114}"/>
              </a:ext>
            </a:extLst>
          </p:cNvPr>
          <p:cNvCxnSpPr>
            <a:cxnSpLocks/>
          </p:cNvCxnSpPr>
          <p:nvPr/>
        </p:nvCxnSpPr>
        <p:spPr>
          <a:xfrm flipH="1">
            <a:off x="1194869" y="8764301"/>
            <a:ext cx="60262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9FB63A5-EC8D-28AD-0809-838FE0B2B7C5}"/>
              </a:ext>
            </a:extLst>
          </p:cNvPr>
          <p:cNvSpPr txBox="1"/>
          <p:nvPr/>
        </p:nvSpPr>
        <p:spPr>
          <a:xfrm>
            <a:off x="1968183" y="8564246"/>
            <a:ext cx="9575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0" i="0" dirty="0">
                <a:solidFill>
                  <a:srgbClr val="000000"/>
                </a:solidFill>
              </a:rPr>
              <a:t>Jet</a:t>
            </a:r>
            <a:r>
              <a:rPr lang="zh-CN" altLang="en-US" sz="2000" b="0" i="0" dirty="0">
                <a:solidFill>
                  <a:srgbClr val="000000"/>
                </a:solidFill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</a:rPr>
              <a:t>Axis</a:t>
            </a:r>
            <a:endParaRPr sz="2000" b="0" i="0" dirty="0">
              <a:solidFill>
                <a:srgbClr val="00000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94E3667-A7F5-90F3-D33F-C1E946F3E5C9}"/>
              </a:ext>
            </a:extLst>
          </p:cNvPr>
          <p:cNvSpPr txBox="1"/>
          <p:nvPr/>
        </p:nvSpPr>
        <p:spPr>
          <a:xfrm>
            <a:off x="1385341" y="307638"/>
            <a:ext cx="159691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3200" b="0" i="0" dirty="0">
                <a:solidFill>
                  <a:srgbClr val="000000"/>
                </a:solidFill>
              </a:rPr>
              <a:t>Nominal</a:t>
            </a:r>
            <a:endParaRPr sz="3200" b="0" i="0" dirty="0">
              <a:solidFill>
                <a:srgbClr val="00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9E56A7F-2CFD-1A65-53C1-6430F8DF7114}"/>
              </a:ext>
            </a:extLst>
          </p:cNvPr>
          <p:cNvSpPr txBox="1"/>
          <p:nvPr/>
        </p:nvSpPr>
        <p:spPr>
          <a:xfrm>
            <a:off x="5998720" y="305535"/>
            <a:ext cx="141577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altLang="zh-CN" sz="3200" b="0" i="0" dirty="0">
                <a:solidFill>
                  <a:srgbClr val="000000"/>
                </a:solidFill>
              </a:rPr>
              <a:t>Flipped</a:t>
            </a:r>
            <a:endParaRPr sz="3200" b="0" i="0" dirty="0">
              <a:solidFill>
                <a:srgbClr val="000000"/>
              </a:solidFill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00FA368-229E-AB43-A70A-351CEB9D2FEB}"/>
              </a:ext>
            </a:extLst>
          </p:cNvPr>
          <p:cNvSpPr/>
          <p:nvPr/>
        </p:nvSpPr>
        <p:spPr>
          <a:xfrm>
            <a:off x="2071975" y="4724953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6">
            <a:extLst>
              <a:ext uri="{FF2B5EF4-FFF2-40B4-BE49-F238E27FC236}">
                <a16:creationId xmlns:a16="http://schemas.microsoft.com/office/drawing/2014/main" id="{34F931C4-63A9-74EB-0A54-3FD544149E9F}"/>
              </a:ext>
            </a:extLst>
          </p:cNvPr>
          <p:cNvCxnSpPr>
            <a:cxnSpLocks/>
          </p:cNvCxnSpPr>
          <p:nvPr/>
        </p:nvCxnSpPr>
        <p:spPr>
          <a:xfrm>
            <a:off x="5649195" y="1779689"/>
            <a:ext cx="1418889" cy="2870430"/>
          </a:xfrm>
          <a:prstGeom prst="line">
            <a:avLst/>
          </a:prstGeom>
          <a:ln w="3810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 7">
            <a:extLst>
              <a:ext uri="{FF2B5EF4-FFF2-40B4-BE49-F238E27FC236}">
                <a16:creationId xmlns:a16="http://schemas.microsoft.com/office/drawing/2014/main" id="{EE66B254-F733-C86D-19BC-8AEE82FD0D5C}"/>
              </a:ext>
            </a:extLst>
          </p:cNvPr>
          <p:cNvCxnSpPr>
            <a:cxnSpLocks/>
          </p:cNvCxnSpPr>
          <p:nvPr/>
        </p:nvCxnSpPr>
        <p:spPr>
          <a:xfrm flipH="1">
            <a:off x="6486299" y="3835574"/>
            <a:ext cx="1067790" cy="2699818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 14">
            <a:extLst>
              <a:ext uri="{FF2B5EF4-FFF2-40B4-BE49-F238E27FC236}">
                <a16:creationId xmlns:a16="http://schemas.microsoft.com/office/drawing/2014/main" id="{9D7BC198-8BFB-4A07-1900-BD6CF377616C}"/>
              </a:ext>
            </a:extLst>
          </p:cNvPr>
          <p:cNvCxnSpPr>
            <a:cxnSpLocks/>
          </p:cNvCxnSpPr>
          <p:nvPr/>
        </p:nvCxnSpPr>
        <p:spPr>
          <a:xfrm flipH="1">
            <a:off x="6755829" y="4644305"/>
            <a:ext cx="224596" cy="145335"/>
          </a:xfrm>
          <a:prstGeom prst="line">
            <a:avLst/>
          </a:prstGeom>
          <a:ln w="28575" cap="flat" cmpd="sng" algn="ctr">
            <a:solidFill>
              <a:schemeClr val="tx2">
                <a:lumMod val="20000"/>
                <a:lumOff val="8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or 15">
            <a:extLst>
              <a:ext uri="{FF2B5EF4-FFF2-40B4-BE49-F238E27FC236}">
                <a16:creationId xmlns:a16="http://schemas.microsoft.com/office/drawing/2014/main" id="{FE3F39D7-F5F7-5869-C7AA-AC0A7809AEC2}"/>
              </a:ext>
            </a:extLst>
          </p:cNvPr>
          <p:cNvCxnSpPr>
            <a:cxnSpLocks/>
          </p:cNvCxnSpPr>
          <p:nvPr/>
        </p:nvCxnSpPr>
        <p:spPr>
          <a:xfrm>
            <a:off x="6730058" y="4843825"/>
            <a:ext cx="338026" cy="138685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44CF794-695A-AF11-EC99-A350326A8D90}"/>
              </a:ext>
            </a:extLst>
          </p:cNvPr>
          <p:cNvSpPr/>
          <p:nvPr/>
        </p:nvSpPr>
        <p:spPr>
          <a:xfrm>
            <a:off x="6628063" y="4724953"/>
            <a:ext cx="237744" cy="237744"/>
          </a:xfrm>
          <a:prstGeom prst="ellipse">
            <a:avLst/>
          </a:prstGeom>
          <a:solidFill>
            <a:srgbClr val="E87222"/>
          </a:solidFill>
          <a:ln w="12700">
            <a:solidFill>
              <a:srgbClr val="E8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852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54</Words>
  <Application>Microsoft Macintosh PowerPoint</Application>
  <PresentationFormat>Custom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Bingxuan Liu</cp:lastModifiedBy>
  <cp:revision>3</cp:revision>
  <dcterms:created xsi:type="dcterms:W3CDTF">2013-01-27T09:14:16Z</dcterms:created>
  <dcterms:modified xsi:type="dcterms:W3CDTF">2026-06-11T06:28:02Z</dcterms:modified>
  <cp:category/>
</cp:coreProperties>
</file>