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9601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144"/>
    <p:restoredTop sz="94658"/>
  </p:normalViewPr>
  <p:slideViewPr>
    <p:cSldViewPr snapToGrid="0" snapToObjects="1">
      <p:cViewPr varScale="1">
        <p:scale>
          <a:sx n="86" d="100"/>
          <a:sy n="86" d="100"/>
        </p:scale>
        <p:origin x="3544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18681" y="1111879"/>
            <a:ext cx="6935822" cy="2161971"/>
          </a:xfrm>
          <a:prstGeom prst="roundRect">
            <a:avLst>
              <a:gd name="adj" fmla="val 15000"/>
            </a:avLst>
          </a:prstGeom>
          <a:solidFill>
            <a:srgbClr val="CECBF6">
              <a:alpha val="10000"/>
            </a:srgbClr>
          </a:solidFill>
          <a:ln w="1905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18604" y="1278232"/>
            <a:ext cx="80086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dirty="0">
                <a:solidFill>
                  <a:srgbClr val="3C3489"/>
                </a:solidFill>
              </a:rPr>
              <a:t>Stage 1</a:t>
            </a:r>
          </a:p>
        </p:txBody>
      </p:sp>
      <p:sp>
        <p:nvSpPr>
          <p:cNvPr id="4" name="Rectangle 3"/>
          <p:cNvSpPr/>
          <p:nvPr/>
        </p:nvSpPr>
        <p:spPr>
          <a:xfrm>
            <a:off x="2079464" y="4885035"/>
            <a:ext cx="5168982" cy="2171699"/>
          </a:xfrm>
          <a:prstGeom prst="roundRect">
            <a:avLst>
              <a:gd name="adj" fmla="val 15000"/>
            </a:avLst>
          </a:prstGeom>
          <a:solidFill>
            <a:srgbClr val="9FE1CB">
              <a:alpha val="10000"/>
            </a:srgbClr>
          </a:solidFill>
          <a:ln w="19050">
            <a:solidFill>
              <a:srgbClr val="0F6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135816" y="5014018"/>
            <a:ext cx="80086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dirty="0">
                <a:solidFill>
                  <a:srgbClr val="085041"/>
                </a:solidFill>
              </a:rPr>
              <a:t>Stage 2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1" y="75584"/>
            <a:ext cx="3657600" cy="594360"/>
          </a:xfrm>
          <a:prstGeom prst="roundRect">
            <a:avLst>
              <a:gd name="adj" fmla="val 30000"/>
            </a:avLst>
          </a:prstGeom>
          <a:solidFill>
            <a:srgbClr val="D3D1C7"/>
          </a:solidFill>
          <a:ln w="19050">
            <a:solidFill>
              <a:srgbClr val="5F5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444441"/>
                </a:solidFill>
              </a:rPr>
              <a:t>Input tracks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386200"/>
            <a:ext cx="3291840" cy="594360"/>
          </a:xfrm>
          <a:prstGeom prst="roundRect">
            <a:avLst>
              <a:gd name="adj" fmla="val 30000"/>
            </a:avLst>
          </a:prstGeom>
          <a:solidFill>
            <a:srgbClr val="CECBF6"/>
          </a:solidFill>
          <a:ln w="1905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3C3489"/>
                </a:solidFill>
              </a:rPr>
              <a:t>Shared encoder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4439" y="2381840"/>
            <a:ext cx="2944265" cy="594360"/>
          </a:xfrm>
          <a:prstGeom prst="roundRect">
            <a:avLst>
              <a:gd name="adj" fmla="val 30000"/>
            </a:avLst>
          </a:prstGeom>
          <a:solidFill>
            <a:srgbClr val="CECBF6"/>
          </a:solidFill>
          <a:ln w="1905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dirty="0">
                <a:solidFill>
                  <a:srgbClr val="3C3489"/>
                </a:solidFill>
              </a:rPr>
              <a:t>Pre-flip jet classification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99240" y="2380474"/>
            <a:ext cx="2845340" cy="607483"/>
          </a:xfrm>
          <a:prstGeom prst="roundRect">
            <a:avLst>
              <a:gd name="adj" fmla="val 30000"/>
            </a:avLst>
          </a:prstGeom>
          <a:solidFill>
            <a:srgbClr val="CECBF6"/>
          </a:solidFill>
          <a:ln w="1905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dirty="0">
                <a:solidFill>
                  <a:srgbClr val="3C3489"/>
                </a:solidFill>
              </a:rPr>
              <a:t>Track origin predictions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9931" y="3742035"/>
            <a:ext cx="4023360" cy="594360"/>
          </a:xfrm>
          <a:prstGeom prst="roundRect">
            <a:avLst>
              <a:gd name="adj" fmla="val 30000"/>
            </a:avLst>
          </a:prstGeom>
          <a:solidFill>
            <a:srgbClr val="FAC775"/>
          </a:solidFill>
          <a:ln w="19050">
            <a:solidFill>
              <a:srgbClr val="BA75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dirty="0">
                <a:solidFill>
                  <a:srgbClr val="854F0B"/>
                </a:solidFill>
              </a:rPr>
              <a:t>Soft flip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5691" y="5118501"/>
            <a:ext cx="3291840" cy="731520"/>
          </a:xfrm>
          <a:prstGeom prst="roundRect">
            <a:avLst>
              <a:gd name="adj" fmla="val 30000"/>
            </a:avLst>
          </a:prstGeom>
          <a:solidFill>
            <a:srgbClr val="CECBF6"/>
          </a:solidFill>
          <a:ln w="1905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dirty="0">
                <a:solidFill>
                  <a:srgbClr val="3C3489"/>
                </a:solidFill>
              </a:rPr>
              <a:t>Shared encoder</a:t>
            </a:r>
          </a:p>
          <a:p>
            <a:pPr algn="ctr"/>
            <a:r>
              <a:rPr sz="2000" b="0" dirty="0">
                <a:solidFill>
                  <a:srgbClr val="534AB7"/>
                </a:solidFill>
              </a:rPr>
              <a:t>(same weights as Stage 1)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27051" y="6215781"/>
            <a:ext cx="4389120" cy="594360"/>
          </a:xfrm>
          <a:prstGeom prst="roundRect">
            <a:avLst>
              <a:gd name="adj" fmla="val 30000"/>
            </a:avLst>
          </a:prstGeom>
          <a:solidFill>
            <a:srgbClr val="9FE1CB"/>
          </a:solidFill>
          <a:ln w="19050">
            <a:solidFill>
              <a:srgbClr val="0F6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dirty="0">
                <a:solidFill>
                  <a:srgbClr val="085041"/>
                </a:solidFill>
              </a:rPr>
              <a:t>Post-flip jet classification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0744" y="7592247"/>
            <a:ext cx="2377440" cy="548640"/>
          </a:xfrm>
          <a:prstGeom prst="roundRect">
            <a:avLst>
              <a:gd name="adj" fmla="val 30000"/>
            </a:avLst>
          </a:prstGeom>
          <a:solidFill>
            <a:srgbClr val="F5C4B3"/>
          </a:solidFill>
          <a:ln w="19050">
            <a:solidFill>
              <a:srgbClr val="993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712B13"/>
                </a:solidFill>
              </a:rPr>
              <a:t>Jet flavour loss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32891" y="7584461"/>
            <a:ext cx="2377440" cy="548640"/>
          </a:xfrm>
          <a:prstGeom prst="roundRect">
            <a:avLst>
              <a:gd name="adj" fmla="val 30000"/>
            </a:avLst>
          </a:prstGeom>
          <a:solidFill>
            <a:srgbClr val="F5C4B3"/>
          </a:solidFill>
          <a:ln w="19050">
            <a:solidFill>
              <a:srgbClr val="993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dirty="0">
                <a:solidFill>
                  <a:srgbClr val="712B13"/>
                </a:solidFill>
              </a:rPr>
              <a:t>Symmetry loss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59522" y="7580377"/>
            <a:ext cx="2377440" cy="548640"/>
          </a:xfrm>
          <a:prstGeom prst="roundRect">
            <a:avLst>
              <a:gd name="adj" fmla="val 30000"/>
            </a:avLst>
          </a:prstGeom>
          <a:solidFill>
            <a:srgbClr val="F5C4B3"/>
          </a:solidFill>
          <a:ln w="19050">
            <a:solidFill>
              <a:srgbClr val="993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dirty="0">
                <a:solidFill>
                  <a:srgbClr val="712B13"/>
                </a:solidFill>
              </a:rPr>
              <a:t>Track origin loss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09931" y="8663573"/>
            <a:ext cx="4023360" cy="594360"/>
          </a:xfrm>
          <a:prstGeom prst="roundRect">
            <a:avLst>
              <a:gd name="adj" fmla="val 30000"/>
            </a:avLst>
          </a:prstGeom>
          <a:solidFill>
            <a:srgbClr val="F5C4B3"/>
          </a:solidFill>
          <a:ln w="19050">
            <a:solidFill>
              <a:srgbClr val="993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dirty="0">
                <a:solidFill>
                  <a:srgbClr val="712B13"/>
                </a:solidFill>
              </a:rPr>
              <a:t>Total loss</a:t>
            </a:r>
          </a:p>
        </p:txBody>
      </p:sp>
      <p:cxnSp>
        <p:nvCxnSpPr>
          <p:cNvPr id="17" name="Connector 16"/>
          <p:cNvCxnSpPr>
            <a:cxnSpLocks/>
          </p:cNvCxnSpPr>
          <p:nvPr/>
        </p:nvCxnSpPr>
        <p:spPr>
          <a:xfrm>
            <a:off x="4572000" y="661546"/>
            <a:ext cx="0" cy="715945"/>
          </a:xfrm>
          <a:prstGeom prst="line">
            <a:avLst/>
          </a:prstGeom>
          <a:ln w="25400">
            <a:solidFill>
              <a:srgbClr val="4444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400800" y="373075"/>
            <a:ext cx="2331720" cy="0"/>
          </a:xfrm>
          <a:prstGeom prst="line">
            <a:avLst/>
          </a:prstGeom>
          <a:ln w="25400">
            <a:solidFill>
              <a:srgbClr val="4444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732520" y="373075"/>
            <a:ext cx="0" cy="3665829"/>
          </a:xfrm>
          <a:prstGeom prst="line">
            <a:avLst/>
          </a:prstGeom>
          <a:ln w="25400">
            <a:solidFill>
              <a:srgbClr val="4444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6633057" y="4038904"/>
            <a:ext cx="2099463" cy="0"/>
          </a:xfrm>
          <a:prstGeom prst="line">
            <a:avLst/>
          </a:prstGeom>
          <a:ln w="25400">
            <a:solidFill>
              <a:srgbClr val="4444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2560320" y="1995580"/>
            <a:ext cx="1097280" cy="381305"/>
          </a:xfrm>
          <a:prstGeom prst="line">
            <a:avLst/>
          </a:prstGeom>
          <a:ln w="25400">
            <a:solidFill>
              <a:srgbClr val="4444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486400" y="1995580"/>
            <a:ext cx="1132027" cy="373990"/>
          </a:xfrm>
          <a:prstGeom prst="line">
            <a:avLst/>
          </a:prstGeom>
          <a:ln w="25400">
            <a:solidFill>
              <a:srgbClr val="4444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cxnSpLocks/>
          </p:cNvCxnSpPr>
          <p:nvPr/>
        </p:nvCxnSpPr>
        <p:spPr>
          <a:xfrm>
            <a:off x="5486400" y="2988268"/>
            <a:ext cx="0" cy="773431"/>
          </a:xfrm>
          <a:prstGeom prst="line">
            <a:avLst/>
          </a:prstGeom>
          <a:ln w="25400">
            <a:solidFill>
              <a:srgbClr val="8887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621377" y="4336084"/>
            <a:ext cx="0" cy="782727"/>
          </a:xfrm>
          <a:prstGeom prst="line">
            <a:avLst/>
          </a:prstGeom>
          <a:ln w="25400">
            <a:solidFill>
              <a:srgbClr val="4444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621377" y="5850331"/>
            <a:ext cx="0" cy="365760"/>
          </a:xfrm>
          <a:prstGeom prst="line">
            <a:avLst/>
          </a:prstGeom>
          <a:ln w="25400">
            <a:solidFill>
              <a:srgbClr val="4444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764270" y="2988268"/>
            <a:ext cx="0" cy="4610405"/>
          </a:xfrm>
          <a:prstGeom prst="line">
            <a:avLst/>
          </a:prstGeom>
          <a:ln w="25400">
            <a:solidFill>
              <a:srgbClr val="8887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>
            <a:cxnSpLocks/>
          </p:cNvCxnSpPr>
          <p:nvPr/>
        </p:nvCxnSpPr>
        <p:spPr>
          <a:xfrm>
            <a:off x="1764270" y="7277694"/>
            <a:ext cx="2267993" cy="0"/>
          </a:xfrm>
          <a:prstGeom prst="line">
            <a:avLst/>
          </a:prstGeom>
          <a:ln w="25400">
            <a:solidFill>
              <a:srgbClr val="8887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>
            <a:cxnSpLocks/>
          </p:cNvCxnSpPr>
          <p:nvPr/>
        </p:nvCxnSpPr>
        <p:spPr>
          <a:xfrm>
            <a:off x="4032263" y="7277694"/>
            <a:ext cx="0" cy="314553"/>
          </a:xfrm>
          <a:prstGeom prst="line">
            <a:avLst/>
          </a:prstGeom>
          <a:ln w="25400">
            <a:solidFill>
              <a:srgbClr val="8887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>
            <a:cxnSpLocks/>
          </p:cNvCxnSpPr>
          <p:nvPr/>
        </p:nvCxnSpPr>
        <p:spPr>
          <a:xfrm>
            <a:off x="4621377" y="6800309"/>
            <a:ext cx="0" cy="764060"/>
          </a:xfrm>
          <a:prstGeom prst="line">
            <a:avLst/>
          </a:prstGeom>
          <a:ln w="25400">
            <a:solidFill>
              <a:srgbClr val="8887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>
            <a:cxnSpLocks/>
          </p:cNvCxnSpPr>
          <p:nvPr/>
        </p:nvCxnSpPr>
        <p:spPr>
          <a:xfrm>
            <a:off x="7578566" y="2976200"/>
            <a:ext cx="0" cy="4533409"/>
          </a:xfrm>
          <a:prstGeom prst="line">
            <a:avLst/>
          </a:prstGeom>
          <a:ln w="25400">
            <a:solidFill>
              <a:srgbClr val="8887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019909" y="8170883"/>
            <a:ext cx="1687068" cy="492861"/>
          </a:xfrm>
          <a:prstGeom prst="line">
            <a:avLst/>
          </a:prstGeom>
          <a:ln w="25400">
            <a:solidFill>
              <a:srgbClr val="4444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631425" y="8146811"/>
            <a:ext cx="0" cy="501091"/>
          </a:xfrm>
          <a:prstGeom prst="line">
            <a:avLst/>
          </a:prstGeom>
          <a:ln w="25400">
            <a:solidFill>
              <a:srgbClr val="4444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5535777" y="8158996"/>
            <a:ext cx="1712671" cy="504748"/>
          </a:xfrm>
          <a:prstGeom prst="line">
            <a:avLst/>
          </a:prstGeom>
          <a:ln w="25400">
            <a:solidFill>
              <a:srgbClr val="4444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38</Words>
  <Application>Microsoft Macintosh PowerPoint</Application>
  <PresentationFormat>Custom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Bingxuan Liu</cp:lastModifiedBy>
  <cp:revision>5</cp:revision>
  <dcterms:created xsi:type="dcterms:W3CDTF">2013-01-27T09:14:16Z</dcterms:created>
  <dcterms:modified xsi:type="dcterms:W3CDTF">2026-06-12T05:27:30Z</dcterms:modified>
  <cp:category/>
</cp:coreProperties>
</file>